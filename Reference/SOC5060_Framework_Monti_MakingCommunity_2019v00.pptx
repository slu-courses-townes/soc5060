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8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494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6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01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2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2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6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8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21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F262A-BA9E-4FD4-B7A4-17D33C6E7493}" type="datetimeFigureOut">
              <a:rPr lang="en-US" smtClean="0"/>
              <a:t>10/4/2019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4740DE-541D-4201-BF7D-47ADAF0EA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9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5766149" y="2111057"/>
            <a:ext cx="1371600" cy="1371600"/>
          </a:xfrm>
          <a:prstGeom prst="rect">
            <a:avLst/>
          </a:prstGeom>
          <a:solidFill>
            <a:schemeClr val="accent1"/>
          </a:solidFill>
          <a:scene3d>
            <a:camera prst="isometricLeftDown"/>
            <a:lightRig rig="threePt" dir="t"/>
          </a:scene3d>
          <a:sp3d extrusionH="1270000">
            <a:extrusionClr>
              <a:schemeClr val="accent5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042545" y="2917185"/>
            <a:ext cx="1371600" cy="1371600"/>
          </a:xfrm>
          <a:prstGeom prst="rect">
            <a:avLst/>
          </a:prstGeom>
          <a:solidFill>
            <a:srgbClr val="7030A0"/>
          </a:solidFill>
          <a:scene3d>
            <a:camera prst="isometricLeftDown"/>
            <a:lightRig rig="threePt" dir="t"/>
          </a:scene3d>
          <a:sp3d extrusionH="1270000">
            <a:extrusionClr>
              <a:schemeClr val="accent5">
                <a:lumMod val="50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Ethnic Approach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6149" y="714856"/>
            <a:ext cx="1371600" cy="1371600"/>
          </a:xfrm>
          <a:prstGeom prst="rect">
            <a:avLst/>
          </a:prstGeom>
          <a:solidFill>
            <a:schemeClr val="bg1">
              <a:lumMod val="65000"/>
            </a:schemeClr>
          </a:solidFill>
          <a:scene3d>
            <a:camera prst="isometricLeftDown"/>
            <a:lightRig rig="threePt" dir="t"/>
          </a:scene3d>
          <a:sp3d extrusionH="1270000">
            <a:extrusionClr>
              <a:schemeClr val="bg1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Government 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2545" y="1520984"/>
            <a:ext cx="1371600" cy="1371600"/>
          </a:xfrm>
          <a:prstGeom prst="rect">
            <a:avLst/>
          </a:prstGeom>
          <a:solidFill>
            <a:schemeClr val="accent1"/>
          </a:solidFill>
          <a:scene3d>
            <a:camera prst="isometricLeftDown"/>
            <a:lightRig rig="threePt" dir="t"/>
          </a:scene3d>
          <a:sp3d extrusionH="1270000">
            <a:extrusionClr>
              <a:schemeClr val="accent5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3255449" y="3765848"/>
            <a:ext cx="1371600" cy="1371600"/>
          </a:xfrm>
          <a:prstGeom prst="rect">
            <a:avLst/>
          </a:prstGeom>
          <a:scene3d>
            <a:camera prst="isometricLeftDown"/>
            <a:lightRig rig="threePt" dir="t"/>
          </a:scene3d>
          <a:sp3d extrusionH="1270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4505003" y="4492750"/>
            <a:ext cx="1371600" cy="1371600"/>
          </a:xfrm>
          <a:prstGeom prst="rect">
            <a:avLst/>
          </a:prstGeom>
          <a:solidFill>
            <a:schemeClr val="accent4"/>
          </a:solidFill>
          <a:scene3d>
            <a:camera prst="isometricLeftDown"/>
            <a:lightRig rig="threePt" dir="t"/>
          </a:scene3d>
          <a:sp3d extrusionH="1270000">
            <a:extrusionClr>
              <a:schemeClr val="accent4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Consumer</a:t>
            </a:r>
          </a:p>
          <a:p>
            <a:pPr algn="ctr"/>
            <a:r>
              <a:rPr lang="en-US" dirty="0"/>
              <a:t>Approach</a:t>
            </a:r>
          </a:p>
        </p:txBody>
      </p:sp>
      <p:sp>
        <p:nvSpPr>
          <p:cNvPr id="29" name="TextBox 28"/>
          <p:cNvSpPr txBox="1"/>
          <p:nvPr/>
        </p:nvSpPr>
        <p:spPr>
          <a:xfrm rot="19705333">
            <a:off x="6933906" y="482757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Membership</a:t>
            </a:r>
          </a:p>
        </p:txBody>
      </p:sp>
      <p:sp>
        <p:nvSpPr>
          <p:cNvPr id="30" name="TextBox 29"/>
          <p:cNvSpPr txBox="1"/>
          <p:nvPr/>
        </p:nvSpPr>
        <p:spPr>
          <a:xfrm rot="2239251">
            <a:off x="8605637" y="4614208"/>
            <a:ext cx="13716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Exclusive</a:t>
            </a:r>
          </a:p>
        </p:txBody>
      </p:sp>
      <p:sp>
        <p:nvSpPr>
          <p:cNvPr id="31" name="TextBox 30"/>
          <p:cNvSpPr txBox="1"/>
          <p:nvPr/>
        </p:nvSpPr>
        <p:spPr>
          <a:xfrm rot="2300708">
            <a:off x="5947818" y="6130548"/>
            <a:ext cx="13716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Inclusive</a:t>
            </a:r>
          </a:p>
        </p:txBody>
      </p:sp>
      <p:sp>
        <p:nvSpPr>
          <p:cNvPr id="32" name="TextBox 31"/>
          <p:cNvSpPr txBox="1"/>
          <p:nvPr/>
        </p:nvSpPr>
        <p:spPr>
          <a:xfrm rot="1851826">
            <a:off x="3556201" y="5288868"/>
            <a:ext cx="13716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Rules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9723685" y="1983052"/>
            <a:ext cx="1828800" cy="379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Accountability</a:t>
            </a:r>
          </a:p>
        </p:txBody>
      </p:sp>
      <p:sp>
        <p:nvSpPr>
          <p:cNvPr id="34" name="TextBox 33"/>
          <p:cNvSpPr txBox="1"/>
          <p:nvPr/>
        </p:nvSpPr>
        <p:spPr>
          <a:xfrm rot="19837610">
            <a:off x="9206507" y="1138137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Public scrutiny is the norm</a:t>
            </a:r>
          </a:p>
        </p:txBody>
      </p:sp>
      <p:sp>
        <p:nvSpPr>
          <p:cNvPr id="35" name="TextBox 34"/>
          <p:cNvSpPr txBox="1"/>
          <p:nvPr/>
        </p:nvSpPr>
        <p:spPr>
          <a:xfrm rot="19629406">
            <a:off x="9215498" y="2594020"/>
            <a:ext cx="1645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Privacy is respected</a:t>
            </a:r>
          </a:p>
        </p:txBody>
      </p:sp>
      <p:sp>
        <p:nvSpPr>
          <p:cNvPr id="36" name="TextBox 35"/>
          <p:cNvSpPr txBox="1"/>
          <p:nvPr/>
        </p:nvSpPr>
        <p:spPr>
          <a:xfrm rot="19226394">
            <a:off x="1999971" y="5083615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Strict</a:t>
            </a:r>
            <a:br>
              <a:rPr lang="en-US" dirty="0"/>
            </a:br>
            <a:r>
              <a:rPr lang="en-US" dirty="0"/>
              <a:t> Adherence Expected</a:t>
            </a:r>
          </a:p>
        </p:txBody>
      </p:sp>
      <p:sp>
        <p:nvSpPr>
          <p:cNvPr id="37" name="TextBox 36"/>
          <p:cNvSpPr txBox="1"/>
          <p:nvPr/>
        </p:nvSpPr>
        <p:spPr>
          <a:xfrm rot="19216229">
            <a:off x="3646932" y="5912452"/>
            <a:ext cx="1645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Loose Adherence Normal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54022" y="2339425"/>
            <a:ext cx="1371600" cy="1371600"/>
          </a:xfrm>
          <a:prstGeom prst="rect">
            <a:avLst/>
          </a:prstGeom>
          <a:solidFill>
            <a:schemeClr val="accent6"/>
          </a:solidFill>
          <a:scene3d>
            <a:camera prst="isometricLeftDown"/>
            <a:lightRig rig="threePt" dir="t"/>
          </a:scene3d>
          <a:sp3d extrusionH="1270000">
            <a:extrusionClr>
              <a:schemeClr val="accent6">
                <a:lumMod val="75000"/>
              </a:schemeClr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Business Approach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5003" y="3059838"/>
            <a:ext cx="1371600" cy="1371600"/>
          </a:xfrm>
          <a:prstGeom prst="rect">
            <a:avLst/>
          </a:prstGeom>
          <a:scene3d>
            <a:camera prst="isometricLeftDown"/>
            <a:lightRig rig="threePt" dir="t"/>
          </a:scene3d>
          <a:sp3d extrusionH="12700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/>
          <p:cNvSpPr/>
          <p:nvPr/>
        </p:nvSpPr>
        <p:spPr>
          <a:xfrm>
            <a:off x="2574388" y="3263711"/>
            <a:ext cx="7793501" cy="2799470"/>
          </a:xfrm>
          <a:custGeom>
            <a:avLst/>
            <a:gdLst>
              <a:gd name="connsiteX0" fmla="*/ 0 w 7793501"/>
              <a:gd name="connsiteY0" fmla="*/ 1012873 h 2799470"/>
              <a:gd name="connsiteX1" fmla="*/ 3108960 w 7793501"/>
              <a:gd name="connsiteY1" fmla="*/ 2799470 h 2799470"/>
              <a:gd name="connsiteX2" fmla="*/ 7793501 w 7793501"/>
              <a:gd name="connsiteY2" fmla="*/ 0 h 2799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93501" h="2799470">
                <a:moveTo>
                  <a:pt x="0" y="1012873"/>
                </a:moveTo>
                <a:lnTo>
                  <a:pt x="3108960" y="2799470"/>
                </a:lnTo>
                <a:lnTo>
                  <a:pt x="7793501" y="0"/>
                </a:lnTo>
              </a:path>
            </a:pathLst>
          </a:custGeom>
          <a:noFill/>
          <a:ln w="25400">
            <a:solidFill>
              <a:schemeClr val="tx1"/>
            </a:solidFill>
            <a:headEnd type="triangle" w="lg" len="med"/>
            <a:tailEnd type="triangle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Arrow Connector 39"/>
          <p:cNvCxnSpPr>
            <a:stCxn id="38" idx="1"/>
          </p:cNvCxnSpPr>
          <p:nvPr/>
        </p:nvCxnSpPr>
        <p:spPr>
          <a:xfrm flipV="1">
            <a:off x="5683348" y="1068430"/>
            <a:ext cx="0" cy="4994751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9142413" y="317782"/>
            <a:ext cx="0" cy="3657600"/>
          </a:xfrm>
          <a:prstGeom prst="straightConnector1">
            <a:avLst/>
          </a:prstGeom>
          <a:ln w="25400">
            <a:solidFill>
              <a:schemeClr val="bg2">
                <a:lumMod val="50000"/>
              </a:schemeClr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3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Malcolm Townes</dc:creator>
  <cp:lastModifiedBy>Malcolm Townes</cp:lastModifiedBy>
  <cp:revision>15</cp:revision>
  <cp:lastPrinted>2019-10-04T18:04:37Z</cp:lastPrinted>
  <dcterms:created xsi:type="dcterms:W3CDTF">2019-10-02T23:29:16Z</dcterms:created>
  <dcterms:modified xsi:type="dcterms:W3CDTF">2019-10-04T18:08:49Z</dcterms:modified>
</cp:coreProperties>
</file>