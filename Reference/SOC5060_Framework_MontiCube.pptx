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89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0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94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63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0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22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20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60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487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303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321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9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5766149" y="211105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7042545" y="2917185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Ethnic 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6149" y="71485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Government 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2545" y="1520984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3238671" y="3707125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4488225" y="4434027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Consumer</a:t>
            </a:r>
          </a:p>
          <a:p>
            <a:pPr algn="ctr"/>
            <a:r>
              <a:rPr lang="en-US" dirty="0"/>
              <a:t>Approach</a:t>
            </a:r>
          </a:p>
        </p:txBody>
      </p:sp>
      <p:sp>
        <p:nvSpPr>
          <p:cNvPr id="29" name="TextBox 28"/>
          <p:cNvSpPr txBox="1"/>
          <p:nvPr/>
        </p:nvSpPr>
        <p:spPr>
          <a:xfrm rot="19705333">
            <a:off x="6933906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8605637" y="461420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Exclusive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947818" y="613054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Inclusive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3556201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9723685" y="1983052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37610">
            <a:off x="9206507" y="1138137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Public scrutiny is the norm</a:t>
            </a:r>
          </a:p>
        </p:txBody>
      </p:sp>
      <p:sp>
        <p:nvSpPr>
          <p:cNvPr id="35" name="TextBox 34"/>
          <p:cNvSpPr txBox="1"/>
          <p:nvPr/>
        </p:nvSpPr>
        <p:spPr>
          <a:xfrm rot="19629406">
            <a:off x="9215498" y="2594020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Privacy is respected</a:t>
            </a:r>
          </a:p>
        </p:txBody>
      </p:sp>
      <p:sp>
        <p:nvSpPr>
          <p:cNvPr id="36" name="TextBox 35"/>
          <p:cNvSpPr txBox="1"/>
          <p:nvPr/>
        </p:nvSpPr>
        <p:spPr>
          <a:xfrm rot="19594318">
            <a:off x="1999971" y="5083615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Strict</a:t>
            </a:r>
            <a:br>
              <a:rPr lang="en-US" dirty="0"/>
            </a:br>
            <a:r>
              <a:rPr lang="en-US" dirty="0"/>
              <a:t> Adherence Expected</a:t>
            </a:r>
          </a:p>
        </p:txBody>
      </p:sp>
      <p:sp>
        <p:nvSpPr>
          <p:cNvPr id="37" name="TextBox 36"/>
          <p:cNvSpPr txBox="1"/>
          <p:nvPr/>
        </p:nvSpPr>
        <p:spPr>
          <a:xfrm rot="19412875">
            <a:off x="3646932" y="5912452"/>
            <a:ext cx="1645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Loose Adherence Normal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37244" y="2280702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Approach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8225" y="3001115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2574388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5683348" y="1068430"/>
            <a:ext cx="0" cy="499475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9216511" y="282257"/>
            <a:ext cx="0" cy="36576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36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25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Malcolm Townes</dc:creator>
  <cp:lastModifiedBy>Malcolm Townes</cp:lastModifiedBy>
  <cp:revision>13</cp:revision>
  <dcterms:created xsi:type="dcterms:W3CDTF">2019-10-02T23:29:16Z</dcterms:created>
  <dcterms:modified xsi:type="dcterms:W3CDTF">2019-10-03T18:27:25Z</dcterms:modified>
</cp:coreProperties>
</file>