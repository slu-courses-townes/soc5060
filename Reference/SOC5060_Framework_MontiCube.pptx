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89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80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94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63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01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2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20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6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487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03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21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F262A-BA9E-4FD4-B7A4-17D33C6E7493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9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5766149" y="2111057"/>
            <a:ext cx="1371600" cy="1371600"/>
          </a:xfrm>
          <a:prstGeom prst="rect">
            <a:avLst/>
          </a:prstGeom>
          <a:solidFill>
            <a:schemeClr val="accent1"/>
          </a:solidFill>
          <a:scene3d>
            <a:camera prst="isometricLeftDown"/>
            <a:lightRig rig="threePt" dir="t"/>
          </a:scene3d>
          <a:sp3d extrusionH="1270000">
            <a:extrusionClr>
              <a:schemeClr val="accent5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042545" y="2917185"/>
            <a:ext cx="1371600" cy="1371600"/>
          </a:xfrm>
          <a:prstGeom prst="rect">
            <a:avLst/>
          </a:prstGeom>
          <a:solidFill>
            <a:srgbClr val="7030A0"/>
          </a:solidFill>
          <a:scene3d>
            <a:camera prst="isometricLeftDown"/>
            <a:lightRig rig="threePt" dir="t"/>
          </a:scene3d>
          <a:sp3d extrusionH="1270000">
            <a:extrusionClr>
              <a:schemeClr val="accent5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Ethnic Approach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6149" y="714856"/>
            <a:ext cx="1371600" cy="1371600"/>
          </a:xfrm>
          <a:prstGeom prst="rect">
            <a:avLst/>
          </a:prstGeom>
          <a:solidFill>
            <a:schemeClr val="bg1">
              <a:lumMod val="65000"/>
            </a:schemeClr>
          </a:solidFill>
          <a:scene3d>
            <a:camera prst="isometricLeftDown"/>
            <a:lightRig rig="threePt" dir="t"/>
          </a:scene3d>
          <a:sp3d extrusionH="1270000">
            <a:extrusionClr>
              <a:schemeClr val="bg1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Government Approach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2545" y="1520984"/>
            <a:ext cx="1371600" cy="1371600"/>
          </a:xfrm>
          <a:prstGeom prst="rect">
            <a:avLst/>
          </a:prstGeom>
          <a:solidFill>
            <a:schemeClr val="accent1"/>
          </a:solidFill>
          <a:scene3d>
            <a:camera prst="isometricLeftDown"/>
            <a:lightRig rig="threePt" dir="t"/>
          </a:scene3d>
          <a:sp3d extrusionH="1270000">
            <a:extrusionClr>
              <a:schemeClr val="accent5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238671" y="3707125"/>
            <a:ext cx="1371600" cy="1371600"/>
          </a:xfrm>
          <a:prstGeom prst="rect">
            <a:avLst/>
          </a:prstGeom>
          <a:scene3d>
            <a:camera prst="isometricLeftDown"/>
            <a:lightRig rig="threePt" dir="t"/>
          </a:scene3d>
          <a:sp3d extrusionH="1270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4488225" y="4434027"/>
            <a:ext cx="1371600" cy="1371600"/>
          </a:xfrm>
          <a:prstGeom prst="rect">
            <a:avLst/>
          </a:prstGeom>
          <a:solidFill>
            <a:schemeClr val="accent4"/>
          </a:solidFill>
          <a:scene3d>
            <a:camera prst="isometricLeftDown"/>
            <a:lightRig rig="threePt" dir="t"/>
          </a:scene3d>
          <a:sp3d extrusionH="1270000">
            <a:extrusionClr>
              <a:schemeClr val="accent4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</a:p>
          <a:p>
            <a:pPr algn="ctr"/>
            <a:r>
              <a:rPr lang="en-US" dirty="0"/>
              <a:t>Approach</a:t>
            </a:r>
          </a:p>
        </p:txBody>
      </p:sp>
      <p:sp>
        <p:nvSpPr>
          <p:cNvPr id="29" name="TextBox 28"/>
          <p:cNvSpPr txBox="1"/>
          <p:nvPr/>
        </p:nvSpPr>
        <p:spPr>
          <a:xfrm rot="19705333">
            <a:off x="6933906" y="482757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Membership</a:t>
            </a:r>
          </a:p>
        </p:txBody>
      </p:sp>
      <p:sp>
        <p:nvSpPr>
          <p:cNvPr id="30" name="TextBox 29"/>
          <p:cNvSpPr txBox="1"/>
          <p:nvPr/>
        </p:nvSpPr>
        <p:spPr>
          <a:xfrm rot="3390128">
            <a:off x="8605637" y="4614208"/>
            <a:ext cx="1371600" cy="37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Exclusive</a:t>
            </a:r>
          </a:p>
        </p:txBody>
      </p:sp>
      <p:sp>
        <p:nvSpPr>
          <p:cNvPr id="31" name="TextBox 30"/>
          <p:cNvSpPr txBox="1"/>
          <p:nvPr/>
        </p:nvSpPr>
        <p:spPr>
          <a:xfrm rot="3411797">
            <a:off x="5947818" y="6130548"/>
            <a:ext cx="1371600" cy="37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Inclusive</a:t>
            </a:r>
          </a:p>
        </p:txBody>
      </p:sp>
      <p:sp>
        <p:nvSpPr>
          <p:cNvPr id="32" name="TextBox 31"/>
          <p:cNvSpPr txBox="1"/>
          <p:nvPr/>
        </p:nvSpPr>
        <p:spPr>
          <a:xfrm rot="1851826">
            <a:off x="3508153" y="5335825"/>
            <a:ext cx="1371600" cy="37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Rules</a:t>
            </a:r>
          </a:p>
        </p:txBody>
      </p:sp>
      <p:sp>
        <p:nvSpPr>
          <p:cNvPr id="33" name="TextBox 32"/>
          <p:cNvSpPr txBox="1"/>
          <p:nvPr/>
        </p:nvSpPr>
        <p:spPr>
          <a:xfrm rot="16200000">
            <a:off x="9854935" y="2245470"/>
            <a:ext cx="1828800" cy="37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Accountability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381" y="1324065"/>
            <a:ext cx="164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Public scrutiny is the norm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444" y="2643336"/>
            <a:ext cx="164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Privacy is respected</a:t>
            </a:r>
          </a:p>
        </p:txBody>
      </p:sp>
      <p:sp>
        <p:nvSpPr>
          <p:cNvPr id="36" name="TextBox 35"/>
          <p:cNvSpPr txBox="1"/>
          <p:nvPr/>
        </p:nvSpPr>
        <p:spPr>
          <a:xfrm rot="18378846">
            <a:off x="2256112" y="5368656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Close Adherence Expected</a:t>
            </a:r>
          </a:p>
        </p:txBody>
      </p:sp>
      <p:sp>
        <p:nvSpPr>
          <p:cNvPr id="37" name="TextBox 36"/>
          <p:cNvSpPr txBox="1"/>
          <p:nvPr/>
        </p:nvSpPr>
        <p:spPr>
          <a:xfrm rot="17989190">
            <a:off x="3777579" y="5973868"/>
            <a:ext cx="1645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Loose Adherence Normal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37244" y="2280702"/>
            <a:ext cx="1371600" cy="1371600"/>
          </a:xfrm>
          <a:prstGeom prst="rect">
            <a:avLst/>
          </a:prstGeom>
          <a:solidFill>
            <a:schemeClr val="accent6"/>
          </a:solidFill>
          <a:scene3d>
            <a:camera prst="isometricLeftDown"/>
            <a:lightRig rig="threePt" dir="t"/>
          </a:scene3d>
          <a:sp3d extrusionH="1270000">
            <a:extrusionClr>
              <a:schemeClr val="accent6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Business Approach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8225" y="3001115"/>
            <a:ext cx="1371600" cy="1371600"/>
          </a:xfrm>
          <a:prstGeom prst="rect">
            <a:avLst/>
          </a:prstGeom>
          <a:scene3d>
            <a:camera prst="isometricLeftDown"/>
            <a:lightRig rig="threePt" dir="t"/>
          </a:scene3d>
          <a:sp3d extrusionH="1270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/>
          <p:cNvSpPr/>
          <p:nvPr/>
        </p:nvSpPr>
        <p:spPr>
          <a:xfrm>
            <a:off x="2574388" y="3263711"/>
            <a:ext cx="7793501" cy="2799470"/>
          </a:xfrm>
          <a:custGeom>
            <a:avLst/>
            <a:gdLst>
              <a:gd name="connsiteX0" fmla="*/ 0 w 7793501"/>
              <a:gd name="connsiteY0" fmla="*/ 1012873 h 2799470"/>
              <a:gd name="connsiteX1" fmla="*/ 3108960 w 7793501"/>
              <a:gd name="connsiteY1" fmla="*/ 2799470 h 2799470"/>
              <a:gd name="connsiteX2" fmla="*/ 7793501 w 7793501"/>
              <a:gd name="connsiteY2" fmla="*/ 0 h 27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93501" h="2799470">
                <a:moveTo>
                  <a:pt x="0" y="1012873"/>
                </a:moveTo>
                <a:lnTo>
                  <a:pt x="3108960" y="2799470"/>
                </a:lnTo>
                <a:lnTo>
                  <a:pt x="7793501" y="0"/>
                </a:lnTo>
              </a:path>
            </a:pathLst>
          </a:custGeom>
          <a:noFill/>
          <a:ln w="2540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/>
          <p:cNvCxnSpPr>
            <a:stCxn id="38" idx="1"/>
          </p:cNvCxnSpPr>
          <p:nvPr/>
        </p:nvCxnSpPr>
        <p:spPr>
          <a:xfrm flipV="1">
            <a:off x="5683348" y="1068430"/>
            <a:ext cx="0" cy="499475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36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27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Malcolm Townes</dc:creator>
  <cp:lastModifiedBy>Malcolm Townes</cp:lastModifiedBy>
  <cp:revision>12</cp:revision>
  <dcterms:created xsi:type="dcterms:W3CDTF">2019-10-02T23:29:16Z</dcterms:created>
  <dcterms:modified xsi:type="dcterms:W3CDTF">2019-10-03T01:03:27Z</dcterms:modified>
</cp:coreProperties>
</file>