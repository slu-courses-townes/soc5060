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CC00FF"/>
    <a:srgbClr val="9933FF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11/16/2019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89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11/16/2019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80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11/16/2019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94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11/16/2019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63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11/16/2019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01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11/16/2019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2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11/16/2019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20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11/16/2019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6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11/16/2019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487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11/16/2019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03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11/16/2019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21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F262A-BA9E-4FD4-B7A4-17D33C6E7493}" type="datetimeFigureOut">
              <a:rPr lang="en-US" smtClean="0"/>
              <a:t>11/16/2019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9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166951" y="326171"/>
            <a:ext cx="9638011" cy="6371112"/>
            <a:chOff x="1166951" y="326171"/>
            <a:chExt cx="9638011" cy="6371112"/>
          </a:xfrm>
        </p:grpSpPr>
        <p:sp>
          <p:nvSpPr>
            <p:cNvPr id="18" name="Rectangle 17"/>
            <p:cNvSpPr/>
            <p:nvPr/>
          </p:nvSpPr>
          <p:spPr>
            <a:xfrm>
              <a:off x="4833633" y="2224876"/>
              <a:ext cx="1371600" cy="1371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scene3d>
              <a:camera prst="isometricLeftDown"/>
              <a:lightRig rig="threePt" dir="t"/>
            </a:scene3d>
            <a:sp3d extrusionH="1270000">
              <a:extrusionClr>
                <a:schemeClr val="bg1">
                  <a:lumMod val="7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Government Approach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844433" y="838737"/>
              <a:ext cx="1371600" cy="1371600"/>
            </a:xfrm>
            <a:prstGeom prst="rect">
              <a:avLst/>
            </a:prstGeom>
            <a:solidFill>
              <a:schemeClr val="accent1"/>
            </a:solidFill>
            <a:scene3d>
              <a:camera prst="isometricLeftDown"/>
              <a:lightRig rig="threePt" dir="t"/>
            </a:scene3d>
            <a:sp3d extrusionH="1270000">
              <a:extrusionClr>
                <a:schemeClr val="accent5">
                  <a:lumMod val="7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110029" y="2959130"/>
              <a:ext cx="1371600" cy="1371600"/>
            </a:xfrm>
            <a:prstGeom prst="rect">
              <a:avLst/>
            </a:prstGeom>
            <a:solidFill>
              <a:srgbClr val="7030A0"/>
            </a:solidFill>
            <a:scene3d>
              <a:camera prst="isometricLeftDown"/>
              <a:lightRig rig="threePt" dir="t"/>
            </a:scene3d>
            <a:sp3d extrusionH="1270000">
              <a:extrusionClr>
                <a:schemeClr val="accent5">
                  <a:lumMod val="50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Ethnic Approach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110029" y="1562929"/>
              <a:ext cx="1371600" cy="1371600"/>
            </a:xfrm>
            <a:prstGeom prst="rect">
              <a:avLst/>
            </a:prstGeom>
            <a:solidFill>
              <a:schemeClr val="accent1"/>
            </a:solidFill>
            <a:scene3d>
              <a:camera prst="isometricLeftDown"/>
              <a:lightRig rig="threePt" dir="t"/>
            </a:scene3d>
            <a:sp3d extrusionH="1270000">
              <a:extrusionClr>
                <a:schemeClr val="accent5">
                  <a:lumMod val="7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314544" y="3765848"/>
              <a:ext cx="1371600" cy="1371600"/>
            </a:xfrm>
            <a:prstGeom prst="rect">
              <a:avLst/>
            </a:prstGeom>
            <a:scene3d>
              <a:camera prst="isometricLeftDown"/>
              <a:lightRig rig="threePt" dir="t"/>
            </a:scene3d>
            <a:sp3d extrusionH="1270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 rot="19705333">
              <a:off x="5993001" y="4827571"/>
              <a:ext cx="182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Membership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 rot="2239251">
              <a:off x="7664732" y="4480957"/>
              <a:ext cx="1371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Membership is restricted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 rot="2300708">
              <a:off x="5006913" y="5997297"/>
              <a:ext cx="1371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Membership is open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 rot="1851826">
              <a:off x="2615296" y="5288868"/>
              <a:ext cx="1371600" cy="379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Rules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 rot="16200000">
              <a:off x="7477022" y="2176624"/>
              <a:ext cx="1828800" cy="379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Accountability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 rot="19887021">
              <a:off x="8515834" y="606553"/>
              <a:ext cx="22860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Community members care a great deal that others follow the rules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 rot="19814100">
              <a:off x="8518962" y="2078820"/>
              <a:ext cx="22860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Community members care very little if others follow the rules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 rot="19226394">
              <a:off x="1166951" y="5326461"/>
              <a:ext cx="1828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Fairly rigid about community rules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 rot="19216229">
              <a:off x="2706027" y="6050952"/>
              <a:ext cx="16459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Flexible about the rules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313117" y="2339425"/>
              <a:ext cx="1371600" cy="1371600"/>
            </a:xfrm>
            <a:prstGeom prst="rect">
              <a:avLst/>
            </a:prstGeom>
            <a:solidFill>
              <a:schemeClr val="accent6"/>
            </a:solidFill>
            <a:scene3d>
              <a:camera prst="isometricLeftDown"/>
              <a:lightRig rig="threePt" dir="t"/>
            </a:scene3d>
            <a:sp3d extrusionH="1270000">
              <a:extrusionClr>
                <a:schemeClr val="accent6">
                  <a:lumMod val="7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Business Approach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564098" y="4485968"/>
              <a:ext cx="1371600" cy="1371600"/>
            </a:xfrm>
            <a:prstGeom prst="rect">
              <a:avLst/>
            </a:prstGeom>
            <a:scene3d>
              <a:camera prst="isometricLeftDown"/>
              <a:lightRig rig="threePt" dir="t"/>
            </a:scene3d>
            <a:sp3d extrusionH="12700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/>
            <p:cNvSpPr/>
            <p:nvPr/>
          </p:nvSpPr>
          <p:spPr>
            <a:xfrm>
              <a:off x="1633483" y="3263711"/>
              <a:ext cx="7793501" cy="2799470"/>
            </a:xfrm>
            <a:custGeom>
              <a:avLst/>
              <a:gdLst>
                <a:gd name="connsiteX0" fmla="*/ 0 w 7793501"/>
                <a:gd name="connsiteY0" fmla="*/ 1012873 h 2799470"/>
                <a:gd name="connsiteX1" fmla="*/ 3108960 w 7793501"/>
                <a:gd name="connsiteY1" fmla="*/ 2799470 h 2799470"/>
                <a:gd name="connsiteX2" fmla="*/ 7793501 w 7793501"/>
                <a:gd name="connsiteY2" fmla="*/ 0 h 2799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793501" h="2799470">
                  <a:moveTo>
                    <a:pt x="0" y="1012873"/>
                  </a:moveTo>
                  <a:lnTo>
                    <a:pt x="3108960" y="2799470"/>
                  </a:lnTo>
                  <a:lnTo>
                    <a:pt x="7793501" y="0"/>
                  </a:lnTo>
                </a:path>
              </a:pathLst>
            </a:custGeom>
            <a:noFill/>
            <a:ln w="25400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flipV="1">
              <a:off x="8201508" y="326171"/>
              <a:ext cx="0" cy="3657600"/>
            </a:xfrm>
            <a:prstGeom prst="straightConnector1">
              <a:avLst/>
            </a:prstGeom>
            <a:ln w="25400">
              <a:solidFill>
                <a:schemeClr val="bg2">
                  <a:lumMod val="50000"/>
                </a:schemeClr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3570486" y="3113368"/>
              <a:ext cx="1371600" cy="1371600"/>
            </a:xfrm>
            <a:prstGeom prst="rect">
              <a:avLst/>
            </a:prstGeom>
            <a:solidFill>
              <a:schemeClr val="accent4"/>
            </a:solidFill>
            <a:scene3d>
              <a:camera prst="isometricLeftDown"/>
              <a:lightRig rig="threePt" dir="t"/>
            </a:scene3d>
            <a:sp3d extrusionH="1270000">
              <a:extrusionClr>
                <a:schemeClr val="accent4">
                  <a:lumMod val="7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Consumer</a:t>
              </a:r>
            </a:p>
            <a:p>
              <a:pPr algn="ctr"/>
              <a:r>
                <a:rPr lang="en-US" dirty="0"/>
                <a:t>Approach</a:t>
              </a:r>
            </a:p>
          </p:txBody>
        </p:sp>
        <p:cxnSp>
          <p:nvCxnSpPr>
            <p:cNvPr id="40" name="Straight Arrow Connector 39"/>
            <p:cNvCxnSpPr>
              <a:stCxn id="38" idx="1"/>
            </p:cNvCxnSpPr>
            <p:nvPr/>
          </p:nvCxnSpPr>
          <p:spPr>
            <a:xfrm flipV="1">
              <a:off x="4742443" y="1068430"/>
              <a:ext cx="0" cy="4994751"/>
            </a:xfrm>
            <a:prstGeom prst="straightConnector1">
              <a:avLst/>
            </a:prstGeom>
            <a:ln w="25400">
              <a:solidFill>
                <a:schemeClr val="bg2">
                  <a:lumMod val="50000"/>
                </a:schemeClr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2336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66951" y="143296"/>
            <a:ext cx="9638011" cy="6626507"/>
            <a:chOff x="1166951" y="143296"/>
            <a:chExt cx="9638011" cy="6626507"/>
          </a:xfrm>
        </p:grpSpPr>
        <p:sp>
          <p:nvSpPr>
            <p:cNvPr id="19" name="Rectangle 18"/>
            <p:cNvSpPr/>
            <p:nvPr/>
          </p:nvSpPr>
          <p:spPr>
            <a:xfrm>
              <a:off x="4859048" y="2459253"/>
              <a:ext cx="1371600" cy="1371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scene3d>
              <a:camera prst="isometricLeftDown"/>
              <a:lightRig rig="threePt" dir="t"/>
            </a:scene3d>
            <a:sp3d extrusionH="1270000">
              <a:extrusionClr>
                <a:schemeClr val="bg1">
                  <a:lumMod val="6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313117" y="3975233"/>
              <a:ext cx="1371600" cy="1371600"/>
            </a:xfrm>
            <a:prstGeom prst="rect">
              <a:avLst/>
            </a:prstGeom>
            <a:solidFill>
              <a:schemeClr val="accent4"/>
            </a:solidFill>
            <a:scene3d>
              <a:camera prst="isometricLeftDown"/>
              <a:lightRig rig="threePt" dir="t"/>
            </a:scene3d>
            <a:sp3d extrusionH="1270000">
              <a:extrusionClr>
                <a:schemeClr val="accent4">
                  <a:lumMod val="7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Consumer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857685" y="1053021"/>
              <a:ext cx="1371600" cy="1371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scene3d>
              <a:camera prst="isometricLeftDown"/>
              <a:lightRig rig="threePt" dir="t"/>
            </a:scene3d>
            <a:sp3d extrusionH="1270000">
              <a:extrusionClr>
                <a:schemeClr val="bg1">
                  <a:lumMod val="6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110029" y="3226422"/>
              <a:ext cx="1371600" cy="1371600"/>
            </a:xfrm>
            <a:prstGeom prst="rect">
              <a:avLst/>
            </a:prstGeom>
            <a:solidFill>
              <a:srgbClr val="FF0000"/>
            </a:solidFill>
            <a:scene3d>
              <a:camera prst="isometricLeftDown"/>
              <a:lightRig rig="threePt" dir="t"/>
            </a:scene3d>
            <a:sp3d extrusionH="1270000">
              <a:extrusionClr>
                <a:srgbClr val="C00000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Ethnic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562903" y="4706283"/>
              <a:ext cx="1371600" cy="1371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scene3d>
              <a:camera prst="isometricLeftDown"/>
              <a:lightRig rig="threePt" dir="t"/>
            </a:scene3d>
            <a:sp3d extrusionH="1270000">
              <a:extrusionClr>
                <a:schemeClr val="bg1">
                  <a:lumMod val="6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 rot="19705333">
              <a:off x="5993001" y="5038591"/>
              <a:ext cx="182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Membership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 rot="2239251">
              <a:off x="7664732" y="4830476"/>
              <a:ext cx="1371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Exclusive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 rot="2300708">
              <a:off x="5006913" y="6346816"/>
              <a:ext cx="1371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Inclusive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 rot="1851826">
              <a:off x="2615296" y="5499888"/>
              <a:ext cx="1371600" cy="379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Rules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 rot="16200000">
              <a:off x="7477022" y="2387644"/>
              <a:ext cx="1828800" cy="379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Accountability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 rot="19887021">
              <a:off x="8515834" y="1094572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Public-regarding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 rot="19814100">
              <a:off x="8518962" y="2566839"/>
              <a:ext cx="228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Self-interested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 rot="19226394">
              <a:off x="1166951" y="5675981"/>
              <a:ext cx="182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Piety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 rot="19216229">
              <a:off x="2706027" y="6400471"/>
              <a:ext cx="16459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/>
                <a:t>Tolerance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313117" y="2550445"/>
              <a:ext cx="1371600" cy="1371600"/>
            </a:xfrm>
            <a:prstGeom prst="rect">
              <a:avLst/>
            </a:prstGeom>
            <a:solidFill>
              <a:schemeClr val="accent6"/>
            </a:solidFill>
            <a:scene3d>
              <a:camera prst="isometricLeftDown"/>
              <a:lightRig rig="threePt" dir="t"/>
            </a:scene3d>
            <a:sp3d extrusionH="1270000">
              <a:extrusionClr>
                <a:schemeClr val="accent6">
                  <a:lumMod val="7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Commercial</a:t>
              </a: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flipV="1">
              <a:off x="8201508" y="143296"/>
              <a:ext cx="0" cy="4114800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3564098" y="3305507"/>
              <a:ext cx="1371600" cy="1371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scene3d>
              <a:camera prst="isometricLeftDown"/>
              <a:lightRig rig="threePt" dir="t"/>
            </a:scene3d>
            <a:sp3d extrusionH="1270000">
              <a:extrusionClr>
                <a:schemeClr val="bg1">
                  <a:lumMod val="65000"/>
                </a:schemeClr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 flipV="1">
              <a:off x="4730285" y="2124285"/>
              <a:ext cx="0" cy="4114800"/>
            </a:xfrm>
            <a:prstGeom prst="straightConnector1">
              <a:avLst/>
            </a:prstGeom>
            <a:ln w="38100">
              <a:solidFill>
                <a:schemeClr val="bg2">
                  <a:lumMod val="50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6110920" y="1804959"/>
              <a:ext cx="1371600" cy="1371600"/>
            </a:xfrm>
            <a:prstGeom prst="rect">
              <a:avLst/>
            </a:prstGeom>
            <a:solidFill>
              <a:srgbClr val="990099"/>
            </a:solidFill>
            <a:scene3d>
              <a:camera prst="isometricLeftDown"/>
              <a:lightRig rig="threePt" dir="t"/>
            </a:scene3d>
            <a:sp3d extrusionH="1270000">
              <a:extrusionClr>
                <a:srgbClr val="7030A0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/>
                <a:t>Government</a:t>
              </a:r>
            </a:p>
          </p:txBody>
        </p:sp>
        <p:cxnSp>
          <p:nvCxnSpPr>
            <p:cNvPr id="3" name="Straight Arrow Connector 2"/>
            <p:cNvCxnSpPr/>
            <p:nvPr/>
          </p:nvCxnSpPr>
          <p:spPr>
            <a:xfrm flipH="1" flipV="1">
              <a:off x="1651196" y="4481381"/>
              <a:ext cx="3093157" cy="177626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V="1">
              <a:off x="4730450" y="3501230"/>
              <a:ext cx="4793378" cy="276547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8157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60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Malcolm Townes</dc:creator>
  <cp:lastModifiedBy>Malcolm Townes</cp:lastModifiedBy>
  <cp:revision>34</cp:revision>
  <cp:lastPrinted>2019-10-09T20:52:31Z</cp:lastPrinted>
  <dcterms:created xsi:type="dcterms:W3CDTF">2019-10-02T23:29:16Z</dcterms:created>
  <dcterms:modified xsi:type="dcterms:W3CDTF">2019-11-17T02:55:22Z</dcterms:modified>
</cp:coreProperties>
</file>