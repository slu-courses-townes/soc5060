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89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0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94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163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0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22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20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60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487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303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321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F262A-BA9E-4FD4-B7A4-17D33C6E7493}" type="datetimeFigureOut">
              <a:rPr lang="en-US" smtClean="0"/>
              <a:t>10/5/2019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98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4825244" y="2111057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6101640" y="2917185"/>
            <a:ext cx="1371600" cy="1371600"/>
          </a:xfrm>
          <a:prstGeom prst="rect">
            <a:avLst/>
          </a:prstGeom>
          <a:solidFill>
            <a:srgbClr val="7030A0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Ethnic 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5244" y="714856"/>
            <a:ext cx="1371600" cy="13716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isometricLeftDown"/>
            <a:lightRig rig="threePt" dir="t"/>
          </a:scene3d>
          <a:sp3d extrusionH="1270000">
            <a:extrusionClr>
              <a:schemeClr val="bg1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Government Approach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01640" y="1520984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2314544" y="376584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/>
        </p:nvSpPr>
        <p:spPr>
          <a:xfrm>
            <a:off x="3564098" y="4492750"/>
            <a:ext cx="1371600" cy="1371600"/>
          </a:xfrm>
          <a:prstGeom prst="rect">
            <a:avLst/>
          </a:prstGeom>
          <a:solidFill>
            <a:schemeClr val="accent4"/>
          </a:solidFill>
          <a:scene3d>
            <a:camera prst="isometricLeftDown"/>
            <a:lightRig rig="threePt" dir="t"/>
          </a:scene3d>
          <a:sp3d extrusionH="1270000">
            <a:extrusionClr>
              <a:schemeClr val="accent4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Consumer</a:t>
            </a:r>
          </a:p>
          <a:p>
            <a:pPr algn="ctr"/>
            <a:r>
              <a:rPr lang="en-US" dirty="0"/>
              <a:t>Approach</a:t>
            </a:r>
          </a:p>
        </p:txBody>
      </p:sp>
      <p:sp>
        <p:nvSpPr>
          <p:cNvPr id="29" name="TextBox 28"/>
          <p:cNvSpPr txBox="1"/>
          <p:nvPr/>
        </p:nvSpPr>
        <p:spPr>
          <a:xfrm rot="19705333">
            <a:off x="5993001" y="482757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Membership</a:t>
            </a:r>
          </a:p>
        </p:txBody>
      </p:sp>
      <p:sp>
        <p:nvSpPr>
          <p:cNvPr id="30" name="TextBox 29"/>
          <p:cNvSpPr txBox="1"/>
          <p:nvPr/>
        </p:nvSpPr>
        <p:spPr>
          <a:xfrm rot="2239251">
            <a:off x="7664732" y="461420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Exclusive</a:t>
            </a:r>
          </a:p>
        </p:txBody>
      </p:sp>
      <p:sp>
        <p:nvSpPr>
          <p:cNvPr id="31" name="TextBox 30"/>
          <p:cNvSpPr txBox="1"/>
          <p:nvPr/>
        </p:nvSpPr>
        <p:spPr>
          <a:xfrm rot="2300708">
            <a:off x="5006913" y="613054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Inclusive</a:t>
            </a:r>
          </a:p>
        </p:txBody>
      </p:sp>
      <p:sp>
        <p:nvSpPr>
          <p:cNvPr id="32" name="TextBox 31"/>
          <p:cNvSpPr txBox="1"/>
          <p:nvPr/>
        </p:nvSpPr>
        <p:spPr>
          <a:xfrm rot="1851826">
            <a:off x="2615296" y="528886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Rules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7477022" y="2176624"/>
            <a:ext cx="18288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Accountability</a:t>
            </a:r>
          </a:p>
        </p:txBody>
      </p:sp>
      <p:sp>
        <p:nvSpPr>
          <p:cNvPr id="34" name="TextBox 33"/>
          <p:cNvSpPr txBox="1"/>
          <p:nvPr/>
        </p:nvSpPr>
        <p:spPr>
          <a:xfrm rot="19887021">
            <a:off x="8554747" y="759509"/>
            <a:ext cx="1645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Severe social punishment for non-conformity</a:t>
            </a:r>
          </a:p>
        </p:txBody>
      </p:sp>
      <p:sp>
        <p:nvSpPr>
          <p:cNvPr id="35" name="TextBox 34"/>
          <p:cNvSpPr txBox="1"/>
          <p:nvPr/>
        </p:nvSpPr>
        <p:spPr>
          <a:xfrm rot="19814100">
            <a:off x="8549122" y="2192304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Mild social punishment for non-conformity</a:t>
            </a:r>
          </a:p>
        </p:txBody>
      </p:sp>
      <p:sp>
        <p:nvSpPr>
          <p:cNvPr id="36" name="TextBox 35"/>
          <p:cNvSpPr txBox="1"/>
          <p:nvPr/>
        </p:nvSpPr>
        <p:spPr>
          <a:xfrm rot="19226394">
            <a:off x="1166951" y="5187961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Strict</a:t>
            </a:r>
            <a:br>
              <a:rPr lang="en-US" dirty="0"/>
            </a:br>
            <a:r>
              <a:rPr lang="en-US" dirty="0"/>
              <a:t> Adherence Expected</a:t>
            </a:r>
          </a:p>
        </p:txBody>
      </p:sp>
      <p:sp>
        <p:nvSpPr>
          <p:cNvPr id="37" name="TextBox 36"/>
          <p:cNvSpPr txBox="1"/>
          <p:nvPr/>
        </p:nvSpPr>
        <p:spPr>
          <a:xfrm rot="19216229">
            <a:off x="2706027" y="5912452"/>
            <a:ext cx="1645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Loose Adherence Allowed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117" y="2339425"/>
            <a:ext cx="1371600" cy="1371600"/>
          </a:xfrm>
          <a:prstGeom prst="rect">
            <a:avLst/>
          </a:prstGeom>
          <a:solidFill>
            <a:schemeClr val="accent6"/>
          </a:solidFill>
          <a:scene3d>
            <a:camera prst="isometricLeftDown"/>
            <a:lightRig rig="threePt" dir="t"/>
          </a:scene3d>
          <a:sp3d extrusionH="1270000"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Approach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4098" y="305983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/>
          <p:cNvSpPr/>
          <p:nvPr/>
        </p:nvSpPr>
        <p:spPr>
          <a:xfrm>
            <a:off x="1633483" y="3263711"/>
            <a:ext cx="7793501" cy="2799470"/>
          </a:xfrm>
          <a:custGeom>
            <a:avLst/>
            <a:gdLst>
              <a:gd name="connsiteX0" fmla="*/ 0 w 7793501"/>
              <a:gd name="connsiteY0" fmla="*/ 1012873 h 2799470"/>
              <a:gd name="connsiteX1" fmla="*/ 3108960 w 7793501"/>
              <a:gd name="connsiteY1" fmla="*/ 2799470 h 2799470"/>
              <a:gd name="connsiteX2" fmla="*/ 7793501 w 7793501"/>
              <a:gd name="connsiteY2" fmla="*/ 0 h 2799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93501" h="2799470">
                <a:moveTo>
                  <a:pt x="0" y="1012873"/>
                </a:moveTo>
                <a:lnTo>
                  <a:pt x="3108960" y="2799470"/>
                </a:lnTo>
                <a:lnTo>
                  <a:pt x="7793501" y="0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>
            <a:stCxn id="38" idx="1"/>
          </p:cNvCxnSpPr>
          <p:nvPr/>
        </p:nvCxnSpPr>
        <p:spPr>
          <a:xfrm flipV="1">
            <a:off x="4742443" y="1068430"/>
            <a:ext cx="0" cy="4994751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8201508" y="317782"/>
            <a:ext cx="0" cy="365760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36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27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Malcolm Townes</dc:creator>
  <cp:lastModifiedBy>Malcolm Townes</cp:lastModifiedBy>
  <cp:revision>16</cp:revision>
  <cp:lastPrinted>2019-10-04T18:04:37Z</cp:lastPrinted>
  <dcterms:created xsi:type="dcterms:W3CDTF">2019-10-02T23:29:16Z</dcterms:created>
  <dcterms:modified xsi:type="dcterms:W3CDTF">2019-10-05T20:28:49Z</dcterms:modified>
</cp:coreProperties>
</file>